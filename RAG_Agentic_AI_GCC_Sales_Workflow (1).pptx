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RAG + Agentic AI GCC Sales Intelligence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AI architecture for GCC sales lifecycle automation</a:t>
            </a:r>
          </a:p>
          <a:p>
            <a:r>
              <a:t>Clients: Stripe, Robinhood, MSCI, Morningstar, Broadridge, Coupa, Atlassian, Revolut, FactSet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Manual GCC prospect research was slow and fragmented</a:t>
            </a:r>
          </a:p>
          <a:p>
            <a:pPr/>
            <a:r>
              <a:t>Limited competitor intelligence and hiring visibility</a:t>
            </a:r>
          </a:p>
          <a:p>
            <a:pPr/>
            <a:r>
              <a:t>Generic outreach reduced enterprise conversion</a:t>
            </a:r>
          </a:p>
          <a:p>
            <a:pPr/>
            <a:r>
              <a:t>No unified AI-driven sales intelligence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AI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Sources Layer</a:t>
            </a:r>
          </a:p>
          <a:p>
            <a:pPr/>
            <a:r>
              <a:t>RAG Retrieval Engine</a:t>
            </a:r>
          </a:p>
          <a:p>
            <a:pPr/>
            <a:r>
              <a:t>Vector Search &amp; Embeddings</a:t>
            </a:r>
          </a:p>
          <a:p>
            <a:pPr/>
            <a:r>
              <a:t>Agentic AI Orchestration</a:t>
            </a:r>
          </a:p>
          <a:p>
            <a:pPr/>
            <a:r>
              <a:t>Sales Intelligence Dashboard</a:t>
            </a:r>
          </a:p>
          <a:p>
            <a:pPr/>
            <a:r>
              <a:t>Revenue Forecasting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LinkedIn talent intelligence</a:t>
            </a:r>
          </a:p>
          <a:p>
            <a:pPr/>
            <a:r>
              <a:t>GCC hiring signals</a:t>
            </a:r>
          </a:p>
          <a:p>
            <a:pPr/>
            <a:r>
              <a:t>Funding announcements</a:t>
            </a:r>
          </a:p>
          <a:p>
            <a:pPr/>
            <a:r>
              <a:t>CRM and proposal repositories</a:t>
            </a:r>
          </a:p>
          <a:p>
            <a:pPr/>
            <a:r>
              <a:t>Competitor talent movement</a:t>
            </a:r>
          </a:p>
          <a:p>
            <a:pPr/>
            <a:r>
              <a:t>Enterprise hiring roadmaps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ingestion and cleaning</a:t>
            </a:r>
          </a:p>
          <a:p>
            <a:pPr/>
            <a:r>
              <a:t>Semantic chunking</a:t>
            </a:r>
          </a:p>
          <a:p>
            <a:pPr/>
            <a:r>
              <a:t>Embedding generation</a:t>
            </a:r>
          </a:p>
          <a:p>
            <a:pPr/>
            <a:r>
              <a:t>Vector database indexing</a:t>
            </a:r>
          </a:p>
          <a:p>
            <a:pPr/>
            <a:r>
              <a:t>Semantic retrieval</a:t>
            </a:r>
          </a:p>
          <a:p>
            <a:pPr/>
            <a:r>
              <a:t>Context-aware LLM reasoning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+ Vector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Generated embeddings for hiring data, proposals, and GCC signals</a:t>
            </a:r>
          </a:p>
          <a:p>
            <a:pPr/>
            <a:r>
              <a:t>Used semantic retrieval for account intelligence</a:t>
            </a:r>
          </a:p>
          <a:p>
            <a:pPr/>
            <a:r>
              <a:t>Enabled high-context enterprise recommendations</a:t>
            </a:r>
          </a:p>
          <a:p>
            <a:pPr/>
            <a:r>
              <a:t>Improved personalization and sales targeting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Prospect Discovery Agent</a:t>
            </a:r>
          </a:p>
          <a:p>
            <a:pPr/>
            <a:r>
              <a:t>Competitor Intelligence Agent</a:t>
            </a:r>
          </a:p>
          <a:p>
            <a:pPr/>
            <a:r>
              <a:t>Outreach Personalization Agent</a:t>
            </a:r>
          </a:p>
          <a:p>
            <a:pPr/>
            <a:r>
              <a:t>Meeting Intelligence Agent</a:t>
            </a:r>
          </a:p>
          <a:p>
            <a:pPr/>
            <a:r>
              <a:t>Proposal Generation Agent</a:t>
            </a:r>
          </a:p>
          <a:p>
            <a:pPr/>
            <a:r>
              <a:t>Revenue Forecast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Prospect Discovery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Detected GCC expansion activity</a:t>
            </a:r>
          </a:p>
          <a:p>
            <a:pPr/>
            <a:r>
              <a:t>Tracked fintech and SaaS hiring spikes</a:t>
            </a:r>
          </a:p>
          <a:p>
            <a:pPr/>
            <a:r>
              <a:t>Generated intent-based account scores</a:t>
            </a:r>
          </a:p>
          <a:p>
            <a:pPr/>
            <a:r>
              <a:t>Ranked enterprise prospects automatically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 Intelligence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Mapped talent migration from competitors</a:t>
            </a:r>
          </a:p>
          <a:p>
            <a:pPr/>
            <a:r>
              <a:t>Built poach intelligence lists</a:t>
            </a:r>
          </a:p>
          <a:p>
            <a:pPr/>
            <a:r>
              <a:t>Detected vendor displacement opportunities</a:t>
            </a:r>
          </a:p>
          <a:p>
            <a:pPr/>
            <a:r>
              <a:t>Tracked hiring activity across fintech rivals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Outreach Personalization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Generated personalized cold emails</a:t>
            </a:r>
          </a:p>
          <a:p>
            <a:pPr/>
            <a:r>
              <a:t>Created LinkedIn outreach campaigns</a:t>
            </a:r>
          </a:p>
          <a:p>
            <a:pPr/>
            <a:r>
              <a:t>Built GCC-specific value propositions</a:t>
            </a:r>
          </a:p>
          <a:p>
            <a:pPr/>
            <a:r>
              <a:t>Customized messaging using RAG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 Generation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Generated hiring roadmaps</a:t>
            </a:r>
          </a:p>
          <a:p>
            <a:pPr/>
            <a:r>
              <a:t>Created AI-powered proposal decks</a:t>
            </a:r>
          </a:p>
          <a:p>
            <a:pPr/>
            <a:r>
              <a:t>Built revenue projection models</a:t>
            </a:r>
          </a:p>
          <a:p>
            <a:pPr/>
            <a:r>
              <a:t>Produced GCC expansion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Forecasting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Predicted deal closures</a:t>
            </a:r>
          </a:p>
          <a:p>
            <a:pPr/>
            <a:r>
              <a:t>Tracked pipeline conversion</a:t>
            </a:r>
          </a:p>
          <a:p>
            <a:pPr/>
            <a:r>
              <a:t>Forecasted hiring revenue</a:t>
            </a:r>
          </a:p>
          <a:p>
            <a:pPr/>
            <a:r>
              <a:t>Estimated recruiter productivity and margins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Clients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Stripe</a:t>
            </a:r>
          </a:p>
          <a:p>
            <a:pPr/>
            <a:r>
              <a:t>Robinhood</a:t>
            </a:r>
          </a:p>
          <a:p>
            <a:pPr/>
            <a:r>
              <a:t>MSCI</a:t>
            </a:r>
          </a:p>
          <a:p>
            <a:pPr/>
            <a:r>
              <a:t>Morningstar</a:t>
            </a:r>
          </a:p>
          <a:p>
            <a:pPr/>
            <a:r>
              <a:t>Broadridge</a:t>
            </a:r>
          </a:p>
          <a:p>
            <a:pPr/>
            <a:r>
              <a:t>Coupa</a:t>
            </a:r>
          </a:p>
          <a:p>
            <a:pPr/>
            <a:r>
              <a:t>Atlassian</a:t>
            </a:r>
          </a:p>
          <a:p>
            <a:pPr/>
            <a:r>
              <a:t>Revolut</a:t>
            </a:r>
          </a:p>
          <a:p>
            <a:pPr/>
            <a:r>
              <a:t>FactSet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70% reduction in manual research</a:t>
            </a:r>
          </a:p>
          <a:p>
            <a:pPr/>
            <a:r>
              <a:t>4x faster prospect discovery</a:t>
            </a:r>
          </a:p>
          <a:p>
            <a:pPr/>
            <a:r>
              <a:t>Higher enterprise personalization</a:t>
            </a:r>
          </a:p>
          <a:p>
            <a:pPr/>
            <a:r>
              <a:t>Improved GCC opportunity mapping</a:t>
            </a:r>
          </a:p>
          <a:p>
            <a:pPr/>
            <a:r>
              <a:t>AI-driven hiring intelligence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Multi-agent orchestration</a:t>
            </a:r>
          </a:p>
          <a:p>
            <a:pPr/>
            <a:r>
              <a:t>Real-time GCC intelligence feeds</a:t>
            </a:r>
          </a:p>
          <a:p>
            <a:pPr/>
            <a:r>
              <a:t>Autonomous CRM updates</a:t>
            </a:r>
          </a:p>
          <a:p>
            <a:pPr/>
            <a:r>
              <a:t>AI voice meeting summarization</a:t>
            </a:r>
          </a:p>
          <a:p>
            <a:pPr/>
            <a:r>
              <a:t>Predictive GCC expansion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4389120"/>
            <a:ext cx="2011680" cy="548640"/>
          </a:xfrm>
          <a:prstGeom prst="roundRect">
            <a:avLst/>
          </a:prstGeom>
          <a:solidFill>
            <a:srgbClr val="1E5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